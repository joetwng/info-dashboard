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Kitchen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BB4"/>
                </a:solidFill>
                <a:latin typeface="Microsoft JhengHei"/>
              </a:defRPr>
            </a:pPr>
            <a:r>
              <a:t>STAR 收據一覽網頁 — 需求簡報（Presentation）</a:t>
            </a:r>
          </a:p>
          <a:p>
            <a:pPr algn="l">
              <a:defRPr sz="2000" b="0">
                <a:solidFill>
                  <a:srgbClr val="8B9BB4"/>
                </a:solidFill>
                <a:latin typeface="Microsoft JhengHei"/>
              </a:defRPr>
            </a:pPr>
            <a:r>
              <a:t>給其他助理／協作者跟住做、維護同一頁面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BB4"/>
                </a:solidFill>
                <a:latin typeface="Microsoft JhengHei"/>
              </a:defRPr>
            </a:pPr>
            <a:r>
              <a:t>info-dashboard / receipts  · 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1. 專案目的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廚房／出單場景：用網頁一覽 STAR 收據 PDF 預覽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支援搜尋、已印／未印切換、全螢幕瀏覽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雙擊標記「已列印」（瀏覽器 localStorage，唔改伺服器檔名）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頁面標題固定為：Kitchen Order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純靜態站：HTML + CSS + JS，託管於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BB4"/>
                </a:solidFill>
                <a:latin typeface="Microsoft JhengHei"/>
              </a:defRPr>
            </a:pPr>
            <a:r>
              <a:t>Live：https://joetwng.github.io/info-dashboard/receipts/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2. 託管與公開位置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Repo：joetwng/info-dashboard（公開）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發佈：main 分支根目錄 → GitHub Pages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URL：https://joetwng.github.io/info-dashboard/receipts/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詳細規格：receipts/REQUIREMENTS.md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Cache bust：CSS／manifest／預覽圖要帶 ?v=時間戳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本頁唔放頂／底「返回儀表板」連結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3. 版面（Layout）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深色主題；頁面高度 100%；只有 PDF 區可滾動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標題列同一行（固定）：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    左：Kitchen Order　中：搜尋標籤＋搜尋列　右：兩個掣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兩個掣：Show Printed／Show Un-Print　＋　Full screen／Resume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PDF：5 欄 Grid，左→右、再上→下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預覽圖同寬、高度跟內容；裁走左／右／底白邊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重要：scroll 容器同 grid 必須分開，否則會疊欄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4. 核心互動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JhengHei"/>
              </a:defRPr>
            </a:pPr>
            <a:r>
              <a:t>搜尋／視圖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即時搜尋檔名／標題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預設：未印、舊→新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Show Printed：已印、新→舊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Show Un-Print：返回未印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記住 view-mode（localStorage）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Microsoft JhengHei"/>
              </a:defRPr>
            </a:pPr>
            <a:r>
              <a:t>雙擊／全螢幕／回頂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單擊：唔開 PDF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雙擊：切換已印 → 只 re-render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禁止 location.reload（保全螢幕）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Full screen／Resume</a:t>
            </a:r>
          </a:p>
          <a:p>
            <a:pPr>
              <a:spcAft>
                <a:spcPts val="1000"/>
              </a:spcAft>
              <a:defRPr sz="1500">
                <a:solidFill>
                  <a:srgbClr val="E7ECF3"/>
                </a:solidFill>
                <a:latin typeface="Microsoft JhengHei"/>
              </a:defRPr>
            </a:pPr>
            <a:r>
              <a:t>• 停滾 2 秒 → 平滑回頂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5. 資料結構（manifest.json）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路徑：receipts/manifest.json（陣列）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每項欄位：name、file、title、preview、createdAt、mac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PDF：receipts/pdfs/&lt;canonical&gt;.pdf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預覽：receipts/previews/&lt;stem&gt;.png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只用 canonical 檔名；唔上 -2／-3 副本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已印狀態只存在瀏覽器 localStorage keys：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    star-receipts-prt-names　／　star-receipts-view-mode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6. 新增一張收據（標準流程）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1. 取得 canonical PDF → 放入 receipts/pdfs/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2. PDF 轉 PNG → 裁白邊 → receipts/previews/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3. 更新 manifest.json（含 createdAt）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4. 更新 index.html 內 ?v= cache-bust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5. Commit + push main → 等 Pages built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6. 強制重新整理／帶隨機 query 抽查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7. 驗收重點（Acceptance）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標題 Kitchen Order；冇返回連結／多餘說明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標題行：左標題、中搜尋、右兩掣；只有 PDF 區可滾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5 欄預覽；單擊唔開；雙擊切換且唔 reload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未印／已印過濾同排序正確；搜尋可用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全螢幕下雙擊仍保持全螢幕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✓ 停滾 2 秒自動回頂；新 PDF 經 cache-bust 可見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8. 非目標（Out of scope）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伺服器端改檔名加 PRT_（已印只在本機瀏覽器）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點擊開啟 PDF／列印對話框／登入系統</a:t>
            </a:r>
          </a:p>
          <a:p>
            <a:pPr>
              <a:spcAft>
                <a:spcPts val="1000"/>
              </a:spcAft>
              <a:defRPr sz="1800">
                <a:solidFill>
                  <a:srgbClr val="E7ECF3"/>
                </a:solidFill>
                <a:latin typeface="Microsoft JhengHei"/>
              </a:defRPr>
            </a:pPr>
            <a:r>
              <a:t>• 即時推送（新單靠更新靜態檔再部署）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謝謝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BB4"/>
                </a:solidFill>
                <a:latin typeface="Microsoft JhengHei"/>
              </a:defRPr>
            </a:pPr>
            <a:r>
              <a:t>規格文件：receipts/REQUIREMENTS.md</a:t>
            </a:r>
          </a:p>
          <a:p>
            <a:pPr algn="l">
              <a:defRPr sz="2000" b="0">
                <a:solidFill>
                  <a:srgbClr val="8B9BB4"/>
                </a:solidFill>
                <a:latin typeface="Microsoft JhengHei"/>
              </a:defRPr>
            </a:pPr>
            <a:r>
              <a:t>Live demo：https://joetwng.github.io/info-dashboard/receipts/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BB4"/>
                </a:solidFill>
                <a:latin typeface="Microsoft JhengHei"/>
              </a:defRPr>
            </a:pPr>
            <a:r>
              <a:t>info-dashboard / receipts  ·  GitHub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